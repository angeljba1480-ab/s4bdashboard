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MaestroAI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AI privada y gobernada para empresas — Private AI Gateway + agentes verticales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¿Qué 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El problema: usar IA sin exponer datos sensibles ni perder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Plataforma de IA privada y gobernada para empresas en LATAM.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Clasifica datos, redacta PII y enruta al modelo correcto — todo auditado.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RAG documental por área + casos de uso verticales + automatizaciones.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Integra las herramientas de la empresa (Google/Microsoft, CRM/ERP, n8n).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Portal (Next.js 15 + Tailwind) en Vercel.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API (FastAPI + SQLModel) en Render; Postgres en producción.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Router de privacidad: clasifica datos, redacta PII y decide la ruta del modelo — todo auditado.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RAG: chunking + embeddings (cifrados) + reranking (NaN) → citas.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Credenciales cifradas en reposo (AES-256-GCM por tenant).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CI/CD: GitHub Actions (pytest + build) con compuerta dev → qa → 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Funcionalidades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Correo y cuentas: </a:t>
            </a:r>
            <a:r>
              <a:rPr sz="1400">
                <a:solidFill>
                  <a:srgbClr val="64748B"/>
                </a:solidFill>
              </a:rPr>
              <a:t>OAuth Outlook/Gmail + IMAP; varias cuentas por proveedor; caso «Resumen de correo y agenda».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Documentos y RAG: </a:t>
            </a:r>
            <a:r>
              <a:rPr sz="1400">
                <a:solidFill>
                  <a:srgbClr val="64748B"/>
                </a:solidFill>
              </a:rPr>
              <a:t>Repositorio por área + categorías; tratamiento (público/interno/confidencial/restringido) auto-detectado; borrar y re-etiquetar; Google Drive como contexto; índice cifrado.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Casos de uso (recetas): </a:t>
            </a:r>
            <a:r>
              <a:rPr sz="1400">
                <a:solidFill>
                  <a:srgbClr val="64748B"/>
                </a:solidFill>
              </a:rPr>
              <a:t>Paso universal objetivo/notas/formato; grounding por categoría; reporte por industria; export PDF/Word/Markdown/PPTX/XLSX.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Chat y Notebooks: </a:t>
            </a:r>
            <a:r>
              <a:rPr sz="1400">
                <a:solidFill>
                  <a:srgbClr val="64748B"/>
                </a:solidFill>
              </a:rPr>
              <a:t>Chat con 3 modos de contexto (sin contexto / todo / elegir); Notebooks estilo NotebookLM con citas y artefactos.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Modelos (router de privacidad): </a:t>
            </a:r>
            <a:r>
              <a:rPr sz="1400">
                <a:solidFill>
                  <a:srgbClr val="64748B"/>
                </a:solidFill>
              </a:rPr>
              <a:t>Clasifica sensibilidad + PII y enruta local/VPC/abierto(NaN)/premium/bloqueo. NaN-primero; premium solo como escalada a demanda. Reranking del RAG para precisión.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Funcionalidades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Eficiencia de tokens: </a:t>
            </a:r>
            <a:r>
              <a:rPr sz="1400">
                <a:solidFill>
                  <a:srgbClr val="64748B"/>
                </a:solidFill>
              </a:rPr>
              <a:t>Condensa contexto grande con el modelo barato antes de premium; tope de gasto por consulta; ahorro acumulado.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Toolkit de acciones: </a:t>
            </a:r>
            <a:r>
              <a:rPr sz="1400">
                <a:solidFill>
                  <a:srgbClr val="64748B"/>
                </a:solidFill>
              </a:rPr>
              <a:t>Gmail/Outlook (enviar), Calendar, Sheets/Excel (append), Teams, SharePoint search, OneDrive, lecturas. Aprobación humana + «Permitir siempre».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Imágenes (texto→imagen): </a:t>
            </a:r>
            <a:r>
              <a:rPr sz="1400">
                <a:solidFill>
                  <a:srgbClr val="64748B"/>
                </a:solidFill>
              </a:rPr>
              <a:t>Sección Generar imágenes (ruta estándar OpenAI); galería por área; PII redactada; auditada.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Integraciones legadas: </a:t>
            </a:r>
            <a:r>
              <a:rPr sz="1400">
                <a:solidFill>
                  <a:srgbClr val="64748B"/>
                </a:solidFill>
              </a:rPr>
              <a:t>Conectores REST de salida (CRM/ERP) con «ojito» de secretos; Webhooks firmados; BD de solo lectura y CSV → RAG; n8n para el resto.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Gobernanza y visibilidad: </a:t>
            </a:r>
            <a:r>
              <a:rPr sz="1400">
                <a:solidFill>
                  <a:srgbClr val="64748B"/>
                </a:solidFill>
              </a:rPr>
              <a:t>Super admin (multi-tenant) + permisos por área y licencia; flujogramas navegables; dashboard + auditoría navegable; Ayuda in-app en español.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Gobernanza y privacidad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El usuario nunca elige el modelo: lo decide la política.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Datos RESTRICTED → local, nunca salen.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CONFIDENTIAL → VPC privada (o local si no hay VPC).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PII sin alta sensibilidad → nunca a externo por defecto.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No sensible → empieza en NaN (open); premium solo a demanda o si la respuesta es insuficiente.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Todo queda auditado con su razón de ruteo.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Modelos · NaN-primero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Inicio: </a:t>
            </a:r>
            <a:r>
              <a:rPr sz="1400">
                <a:solidFill>
                  <a:srgbClr val="64748B"/>
                </a:solidFill>
              </a:rPr>
              <a:t>Datos no sensibles empiezan en NaN (open), barato y rápido.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Escalada: </a:t>
            </a:r>
            <a:r>
              <a:rPr sz="1400">
                <a:solidFill>
                  <a:srgbClr val="64748B"/>
                </a:solidFill>
              </a:rPr>
              <a:t>Premium solo a demanda («máxima precisión») o si la respuesta es insuficiente.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Sin premium: </a:t>
            </a:r>
            <a:r>
              <a:rPr sz="1400">
                <a:solidFill>
                  <a:srgbClr val="64748B"/>
                </a:solidFill>
              </a:rPr>
              <a:t>Todo corre en NaN; sin NaN, modo demostración (mock).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Precisión: </a:t>
            </a:r>
            <a:r>
              <a:rPr sz="1400">
                <a:solidFill>
                  <a:srgbClr val="64748B"/>
                </a:solidFill>
              </a:rPr>
              <a:t>Reranking del RAG (Qwen3-Reranker) reordena por relevancia.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34155"/>
                </a:solidFill>
              </a:rPr>
              <a:t>Eficiencia: </a:t>
            </a:r>
            <a:r>
              <a:rPr sz="1400">
                <a:solidFill>
                  <a:srgbClr val="64748B"/>
                </a:solidFill>
              </a:rPr>
              <a:t>Condensación + tope de gasto por consulta.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Entornos y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Promoción dev → qa → main (prod).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CI obligatorio: pytest (API) + build (portal).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Despliegue: Vercel (portal) + Render (API).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Migraciones aditivas idempotentes (sin pérdida de datos).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Ayuda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Ayuda in-app en español con guías paso a paso.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Ayuda contextual por sección (botón ? con popup).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Auditoría navegable de cada acción y ruteo.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Pendientes del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Lo único que requiere admin/credenciales del cliente.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Proteger ramas (main/qa) en GitHub — requiere admin del repo.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Reconectar Microsoft con scopes nuevos (Excel/SharePoint/OneDrive).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Configurar proveedor premium/NaN y «Probar conexión».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MaestroAI · Documentación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