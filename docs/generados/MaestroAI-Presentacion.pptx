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MaestroAI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Documentación técnica y funcional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Propuesta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Capa privada y gobernada: </a:t>
            </a:r>
            <a:r>
              <a:rPr sz="1200">
                <a:solidFill>
                  <a:srgbClr val="64748B"/>
                </a:solidFill>
              </a:rPr>
              <a:t>sobre cualquier modelo.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Enrutador de Privacidad: </a:t>
            </a:r>
            <a:r>
              <a:rPr sz="1200">
                <a:solidFill>
                  <a:srgbClr val="64748B"/>
                </a:solidFill>
              </a:rPr>
              <a:t>clasifica, redacta y decide por cada dato.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RAG por área + rerank: </a:t>
            </a:r>
            <a:r>
              <a:rPr sz="1200">
                <a:solidFill>
                  <a:srgbClr val="64748B"/>
                </a:solidFill>
              </a:rPr>
              <a:t>respuestas con fuentes y permisos.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Actúa, no solo redacta: </a:t>
            </a:r>
            <a:r>
              <a:rPr sz="1200">
                <a:solidFill>
                  <a:srgbClr val="64748B"/>
                </a:solidFill>
              </a:rPr>
              <a:t>toolkit con aprobación humana.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Cómo decide la ruta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64748B"/>
                </a:solidFill>
              </a:rPr>
              <a:t>El usuario nunca elige el modelo.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Restringido: </a:t>
            </a:r>
            <a:r>
              <a:rPr sz="1200">
                <a:solidFill>
                  <a:srgbClr val="64748B"/>
                </a:solidFill>
              </a:rPr>
              <a:t>local, nunca sale.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Confidencial/PII: </a:t>
            </a:r>
            <a:r>
              <a:rPr sz="1200">
                <a:solidFill>
                  <a:srgbClr val="64748B"/>
                </a:solidFill>
              </a:rPr>
              <a:t>VPC o local.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Interno/Público: </a:t>
            </a:r>
            <a:r>
              <a:rPr sz="1200">
                <a:solidFill>
                  <a:srgbClr val="64748B"/>
                </a:solidFill>
              </a:rPr>
              <a:t>NaN; premium a demanda.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Inyección: </a:t>
            </a:r>
            <a:r>
              <a:rPr sz="1200">
                <a:solidFill>
                  <a:srgbClr val="64748B"/>
                </a:solidFill>
              </a:rPr>
              <a:t>bloqueado y auditado.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Enrutador de Privacidad (Privacy Model Router)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Permite usar IA potente sin exponer información sensible ni depender del criterio del usuario. Es el control que convierte «IA» en «IA gobernada»: soberanía de datos, cumplimiento (LFPDPPP) y trazabilidad por diseño.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Un analista pega un contrato con cláusula NDA y datos bancarios. El router lo clasifica como Confidencial con PII, lo mantiene en la ruta privada (VPC/local), redacta los identificadores y deja constancia auditable — sin que el analista decida nada.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El usuario solo escribe su consulta o sube su documento; no elige modelo. 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RAG documental por área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Convierte el conocimiento disperso (propuestas, licitaciones, ISO, manuales) en respuestas confiables con cita y respetando permisos. Reduce el «inventar» del modelo y el riesgo de fuga entre áreas.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El área de Ventas pregunta «¿qué incluimos en la última propuesta a ACME?» y obtiene la respuesta citando el documento exacto, sin ver documentos de RH o Finanzas.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Documentos → Subir: asigna área y categoría; revisa el tratamiento detectado. 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Reranking del RAG (precisión)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Sube notablemente la precisión de las respuestas con fuentes: el modelo recibe primero los fragmentos verdaderamente relevantes, no solo los «parecidos» por vector.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En una base de 10.000 fragmentos, la pregunta recupera 20 candidatos y el reranker deja los 4 más pertinentes arriba, mejorando la calidad de la cita y la respuesta.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Admin → Eficiencia de tokens → activa «Reranking RAG». 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Cascada NaN → premium y eficiencia de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Calidad cuando importa, costo bajo por defecto. Evita pagar premium en todo y reduce los tokens enviados (condensación), con ahorro acumulado visible.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Un PDF de 40 páginas se condensa con NaN a un extracto; si el usuario pide «máxima precisión», premium recibe solo ese extracto y refina — pagando una fracción.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No requiere acción del usuario para el flujo base (todo empieza en NaN).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Casos de uso (generación de entregables)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Pasa de horas a minutos en entregables repetitivos, con marca de la empresa, estructura consistente y datos citados. «Elige qué lograr, da lo mínimo; tú solo apruebas.»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Un ejecutivo elige «Propuesta comercial», pone cliente/servicio/monto, revisa el borrador y descarga un .docx con portada, secciones y pie confidencial.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Casos de uso → elige la receta. 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Agentes verticales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Experiencia experta lista para usar por área, sin construir prompts desde cero, con la misma gobernanza de privacidad.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El equipo de seguridad usa Cyber Diagnostic para un diagnóstico y roadmap citando las políticas internas.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Agentes → elige el agente y conversa. 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Chat con fuentes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Una sola interfaz para preguntar con o sin documentos, con control de precisión y costo, y trazabilidad de cada respuesta.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Un usuario activa «elegir documentos», selecciona 3 archivos y pregunta; la respuesta se basa solo en esos, con cita.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Chat con fuentes → elige el modo de contexto. 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Notebooks (estilo NotebookLM privado)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Estudio profundo de un conjunto de documentos sin que el modelo se «desvíe» a otros, con salidas reutilizables.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Para una licitación se crea un notebook con las bases y se genera una FAQ y una cronología.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Notebooks → crea uno y añade fuentes del RAG. 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Memoria y etiquetas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El sistema «recuerda» trabajos previos («¿recuerdas el trabajo C?») y los reutiliza, evitando rehacer y perdiendo menos contexto entre sesiones.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Semanas después, el usuario pide continuar «la propuesta C» y el sistema recupera lo hecho.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Guarda resultados con «Guardar en memoria» (o se auto-capturan al completar casos). 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Generar imágenes (texto → imagen)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Material visual gobernado dentro de la plataforma, con copia propia y permisos por área.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Marketing genera variantes de una imagen para una campaña; quedan en la galería del área.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Generar imágenes → escribe el prompt, elige aspecto y variantes. 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Toolkit de acciones (Google / Microsoft)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La IA no solo redacta: actúa, con un control de aprobación («tú apruebas») y «Permitir siempre» revocable, todo auditado.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Tras redactar un correo, el usuario pulsa enviar; queda como solicitud pendiente y, al aprobar, se manda desde su cuenta Outlook.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Configura scopes de escritura y reconecta (ver guía de configuración A/B). 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Automatizaciones y n8n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Procesos sin intervención: resúmenes diarios, cobranza semanal, alertas de documento sensible, reportes — orquestando los sistemas de la empresa.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Cada vez que se sube un documento confidencial, una automatización notifica a seguridad.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Automatizaciones → Nueva (o usa una plantilla). 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Conectores, webhooks y API pública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Integración bidireccional gobernada con el ecosistema de la empresa, sin exponer secretos.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Un lead capturado en la plataforma se envía a HubSpot vía conector; un sistema externo notifica eventos por webhook firmado.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Integraciones → Conectores: plantilla, endpoint y token (cifrado); Probar. 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Fuentes de datos legadas (BD de solo lectura / CSV)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Trae el conocimiento de sistemas sin API a la IA gobernada, sin exponer escritura ni romper el sistema legado.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Un ERP antiguo exporta clientes en CSV; se importan al RAG y el chat ya responde sobre ellos.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Integraciones → Fuentes de datos: DSN + SELECT → Probar → Importar. 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Tableros, Trámites y App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Medición y contexto público/privado curado, y la posibilidad de publicar mini-aplicaciones.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Un gerente arma un tablero de «costo por ruta de modelo» y casos por receta; convierte un trámite estatal en una propuesta de caso de uso.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Tableros → describe lo que quieres medir y agrega widgets. 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Auditoría, gobernanza y multi-tenant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Logro: </a:t>
            </a:r>
            <a:r>
              <a:rPr sz="1200">
                <a:solidFill>
                  <a:srgbClr val="64748B"/>
                </a:solidFill>
              </a:rPr>
              <a:t>Evidencia y control para cumplimiento y seguridad; cada empresa aislada; cada usuario ve lo suyo.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Caso de uso: </a:t>
            </a:r>
            <a:r>
              <a:rPr sz="1200">
                <a:solidFill>
                  <a:srgbClr val="64748B"/>
                </a:solidFill>
              </a:rPr>
              <a:t>Compliance revisa en Auditoría todas las salidas externas del mes y las exporta a su SIEM.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Cómo: </a:t>
            </a:r>
            <a:r>
              <a:rPr sz="1200">
                <a:solidFill>
                  <a:srgbClr val="64748B"/>
                </a:solidFill>
              </a:rPr>
              <a:t>Auditoría → filtra por tipo, riesgo, ruta o usuario; abre el detalle. 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Configuración — lo que se conecta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64748B"/>
                </a:solidFill>
              </a:rPr>
              <a:t>Guías paso a paso en la sección 6 del documento.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Correo: </a:t>
            </a:r>
            <a:r>
              <a:rPr sz="1200">
                <a:solidFill>
                  <a:srgbClr val="64748B"/>
                </a:solidFill>
              </a:rPr>
              <a:t>OAuth Microsoft/Google + IMAP.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Modelos: </a:t>
            </a:r>
            <a:r>
              <a:rPr sz="1200">
                <a:solidFill>
                  <a:srgbClr val="64748B"/>
                </a:solidFill>
              </a:rPr>
              <a:t>NaN (open), premium, Ollama (local).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Automatización: </a:t>
            </a:r>
            <a:r>
              <a:rPr sz="1200">
                <a:solidFill>
                  <a:srgbClr val="64748B"/>
                </a:solidFill>
              </a:rPr>
              <a:t>n8n + conectores + webhooks.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Gobierno: </a:t>
            </a:r>
            <a:r>
              <a:rPr sz="1200">
                <a:solidFill>
                  <a:srgbClr val="64748B"/>
                </a:solidFill>
              </a:rPr>
              <a:t>rerank, eficiencia, proteger ramas.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Seguridad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Cifrado AES-256-GCM por tenant.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Redacción de PII + minimización.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Auditoría total + export SIEM.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LFPDPPP · OWASP LLM 2025 · NIST AI RMF.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MaestroAI · Documentación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